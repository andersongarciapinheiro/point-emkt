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05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517A2-9665-448A-93D6-00212D7B2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D4FDA5-2303-487C-AACE-BB27F47CD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B13B2F-B2FF-4D46-A116-52CE667CD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483B-0C5E-48F5-8622-9E4E4C841D56}" type="datetimeFigureOut">
              <a:rPr lang="pt-BR" smtClean="0"/>
              <a:t>01/09/2021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D02C3C-094E-45E3-A025-52D8B97A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983A11-DB0B-489B-BB6D-A8AD805A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D257-D022-4BBB-BB80-A8AFBEEA3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239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13DB55-5FCF-42BF-8B20-A8472F97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8F3777-C881-47BF-ADF1-6D3E85F00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ABDFF1-CC9B-4AAA-9FD8-504E9F4A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483B-0C5E-48F5-8622-9E4E4C841D56}" type="datetimeFigureOut">
              <a:rPr lang="pt-BR" smtClean="0"/>
              <a:t>01/09/2021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D94085-316F-45E2-A878-8FEA9DA4C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4F9273-CC14-4E81-8015-E0B7A20FE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D257-D022-4BBB-BB80-A8AFBEEA3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954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D5AEA-3800-4B8A-B973-E0100825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9C5627-BC7A-437A-BEF0-40111C512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2E4F49-E91F-40A2-8EDC-C8A90121E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483B-0C5E-48F5-8622-9E4E4C841D56}" type="datetimeFigureOut">
              <a:rPr lang="pt-BR" smtClean="0"/>
              <a:t>01/09/2021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FB4AFA-E43E-4F8A-82D1-D1A36BFA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2D4FFB-99B9-4A5D-99F4-1B616AF5B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D257-D022-4BBB-BB80-A8AFBEEA3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016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02162-39B5-43BC-BA07-83FE083BA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1C7ADA-B8BC-4C43-AC7F-F5411CFE7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CCC8E0-897E-48EE-9A96-F5E95BCEF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735D58-9683-42B4-996C-1E02F6F4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483B-0C5E-48F5-8622-9E4E4C841D56}" type="datetimeFigureOut">
              <a:rPr lang="pt-BR" smtClean="0"/>
              <a:t>01/09/2021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B18BD9-76FD-42F3-A2DF-0A7298095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73D368-3F05-44A2-85B6-504D1C2E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D257-D022-4BBB-BB80-A8AFBEEA3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970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BFCE6-3C15-4151-B363-9949E90B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EA3CAA-9EB5-4EEA-8D2B-FE859C7C1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BB58A4-B737-4D2D-BE05-5D7349EF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64E010-987E-4CCD-AAD6-5D5AEB1647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B303B7B-7067-40B3-9E9F-AB125FFEB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6E15A0-2560-4C0B-8765-256437E14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483B-0C5E-48F5-8622-9E4E4C841D56}" type="datetimeFigureOut">
              <a:rPr lang="pt-BR" smtClean="0"/>
              <a:t>01/09/2021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979F766-B644-4850-8515-85475CDF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3CF4F1-EE05-4354-8F73-9DBE963F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D257-D022-4BBB-BB80-A8AFBEEA3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324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88756-C71E-4394-8C02-E0E5A47C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FE6A28-813C-4B75-A78F-B8DBA699E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483B-0C5E-48F5-8622-9E4E4C841D56}" type="datetimeFigureOut">
              <a:rPr lang="pt-BR" smtClean="0"/>
              <a:t>01/09/2021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EEC92B1-F370-4A2F-85C4-D6A8F46E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EA2DCBA-6C0E-446F-AE01-E3B6C8ADB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D257-D022-4BBB-BB80-A8AFBEEA3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3636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98E2EF4-7F16-4A2D-904E-A221800B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483B-0C5E-48F5-8622-9E4E4C841D56}" type="datetimeFigureOut">
              <a:rPr lang="pt-BR" smtClean="0"/>
              <a:t>01/09/2021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C7089E4-E8E9-40E3-8B7C-69F8ECC36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06E7F6-1FDE-4E97-8841-53A29D50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D257-D022-4BBB-BB80-A8AFBEEA3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223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BFDDB-402E-4FF7-9DB2-D6D9A71B7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A05617-593A-4E5A-8052-797D23412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96D68E-EC2F-4DB7-AB51-EC83001C4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1E64FC-BE4B-4404-9251-C5CDCF039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483B-0C5E-48F5-8622-9E4E4C841D56}" type="datetimeFigureOut">
              <a:rPr lang="pt-BR" smtClean="0"/>
              <a:t>01/09/2021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01F9A1-C7BC-4380-8E30-82C4AFED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70C649-F205-4FE8-8238-14314FB8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D257-D022-4BBB-BB80-A8AFBEEA3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698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D010A-C5AC-4B97-8B5D-8401DF13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9461AA4-C1D3-44BE-A746-7DAF05324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052726-1F44-44FD-B1C1-088526AD7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06874D-F386-479B-9170-999B1EC19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483B-0C5E-48F5-8622-9E4E4C841D56}" type="datetimeFigureOut">
              <a:rPr lang="pt-BR" smtClean="0"/>
              <a:t>01/09/2021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1699A9-BDAA-429F-8622-F0E94CC9D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9331BF-8A2B-4931-9EEA-018CD6E7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D257-D022-4BBB-BB80-A8AFBEEA3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955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51F7E-2DCD-4A55-A8DE-5A932EF7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14E95A-A87D-4B41-B487-DB07AED2E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7C0FE6-D9F9-4428-829A-93509316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483B-0C5E-48F5-8622-9E4E4C841D56}" type="datetimeFigureOut">
              <a:rPr lang="pt-BR" smtClean="0"/>
              <a:t>01/09/2021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302389-368E-4AC3-9B23-F2A382302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F75C8E-133C-46D4-A2A7-3F8FD765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D257-D022-4BBB-BB80-A8AFBEEA3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355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851382-955D-447D-9328-EA363867B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5AB754-D9EA-42A9-A70E-FB0889DA8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1A535F-2F3D-41A8-90F1-222ADCDA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483B-0C5E-48F5-8622-9E4E4C841D56}" type="datetimeFigureOut">
              <a:rPr lang="pt-BR" smtClean="0"/>
              <a:t>01/09/2021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009381-4D29-4F58-9EA4-469A4ED79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0BB4E1-A474-4336-901D-8BBD4476C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D257-D022-4BBB-BB80-A8AFBEEA3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46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5079453-D16C-438D-8139-1B0BAE079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6FFAE6-C0F5-4B1A-B0B2-7EDC1C953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13A2DF-7607-46E7-BE04-4BF89E3C4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3483B-0C5E-48F5-8622-9E4E4C841D56}" type="datetimeFigureOut">
              <a:rPr lang="pt-BR" smtClean="0"/>
              <a:t>01/09/2021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C1888B-7416-4FAF-ADD2-F78B4CE84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B7AD5F-1F61-4F43-A8CB-9D5E4ED16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6D257-D022-4BBB-BB80-A8AFBEEA3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101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0C050F7B-76C0-496A-99A6-9832059EB75B}"/>
              </a:ext>
            </a:extLst>
          </p:cNvPr>
          <p:cNvGrpSpPr/>
          <p:nvPr/>
        </p:nvGrpSpPr>
        <p:grpSpPr>
          <a:xfrm>
            <a:off x="0" y="52465"/>
            <a:ext cx="4362138" cy="6753069"/>
            <a:chOff x="134723" y="1377492"/>
            <a:chExt cx="3082320" cy="5382594"/>
          </a:xfrm>
        </p:grpSpPr>
        <p:pic>
          <p:nvPicPr>
            <p:cNvPr id="5" name="Imagem 4" descr="Diagrama, Texto&#10;&#10;Descrição gerada automaticamente">
              <a:extLst>
                <a:ext uri="{FF2B5EF4-FFF2-40B4-BE49-F238E27FC236}">
                  <a16:creationId xmlns:a16="http://schemas.microsoft.com/office/drawing/2014/main" id="{AEC911DB-07C3-49E1-9816-84F23BBB9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334" y="1377492"/>
              <a:ext cx="3027709" cy="5382594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7F72E452-D036-4E7F-8514-CC7172B48EC5}"/>
                </a:ext>
              </a:extLst>
            </p:cNvPr>
            <p:cNvSpPr txBox="1"/>
            <p:nvPr/>
          </p:nvSpPr>
          <p:spPr bwMode="auto">
            <a:xfrm rot="19550542">
              <a:off x="134723" y="1581069"/>
              <a:ext cx="1326826" cy="36933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ctr" eaLnBrk="1" hangingPunct="1"/>
              <a:r>
                <a:rPr lang="pt-BR" sz="18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MOCKUP</a:t>
              </a:r>
            </a:p>
          </p:txBody>
        </p:sp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F5C8DE26-550A-428D-A98A-794A88903584}"/>
              </a:ext>
            </a:extLst>
          </p:cNvPr>
          <p:cNvSpPr/>
          <p:nvPr/>
        </p:nvSpPr>
        <p:spPr>
          <a:xfrm>
            <a:off x="494675" y="2428407"/>
            <a:ext cx="3552669" cy="3447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6E72CF28-478B-422B-8C32-0D9F81080F04}"/>
              </a:ext>
            </a:extLst>
          </p:cNvPr>
          <p:cNvCxnSpPr/>
          <p:nvPr/>
        </p:nvCxnSpPr>
        <p:spPr>
          <a:xfrm>
            <a:off x="4152275" y="2623279"/>
            <a:ext cx="8094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C7B6C26C-A87E-4C72-B093-FDBA6809D053}"/>
              </a:ext>
            </a:extLst>
          </p:cNvPr>
          <p:cNvSpPr/>
          <p:nvPr/>
        </p:nvSpPr>
        <p:spPr>
          <a:xfrm>
            <a:off x="5066675" y="212684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Vivo Play: pacotes de TV mais completos, com os maiores sucessos de bilheteria e as melhores series na sua casa</a:t>
            </a:r>
            <a:endParaRPr lang="pt-BR" dirty="0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7A14D629-75CA-422C-8512-DCB0ACACBF6A}"/>
              </a:ext>
            </a:extLst>
          </p:cNvPr>
          <p:cNvCxnSpPr/>
          <p:nvPr/>
        </p:nvCxnSpPr>
        <p:spPr>
          <a:xfrm>
            <a:off x="4259704" y="3865469"/>
            <a:ext cx="8094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8377691F-3F60-4C46-8026-4B30B6D04DB5}"/>
              </a:ext>
            </a:extLst>
          </p:cNvPr>
          <p:cNvSpPr/>
          <p:nvPr/>
        </p:nvSpPr>
        <p:spPr>
          <a:xfrm>
            <a:off x="5174104" y="336903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Podemos colocar </a:t>
            </a:r>
            <a:r>
              <a:rPr lang="pt-BR" dirty="0" err="1"/>
              <a:t>tbm</a:t>
            </a:r>
            <a:r>
              <a:rPr lang="pt-BR" dirty="0"/>
              <a:t> o link de clique aqui e direcionar direto para o whats</a:t>
            </a:r>
          </a:p>
          <a:p>
            <a:endParaRPr lang="pt-BR" dirty="0"/>
          </a:p>
          <a:p>
            <a:r>
              <a:rPr lang="pt-BR" dirty="0"/>
              <a:t>Anderson Silva</a:t>
            </a:r>
          </a:p>
          <a:p>
            <a:r>
              <a:rPr lang="pt-BR" dirty="0"/>
              <a:t>11981952895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Robson Joaquim</a:t>
            </a:r>
          </a:p>
          <a:p>
            <a:r>
              <a:rPr lang="pt-BR" dirty="0"/>
              <a:t>11975895192</a:t>
            </a:r>
          </a:p>
        </p:txBody>
      </p:sp>
    </p:spTree>
    <p:extLst>
      <p:ext uri="{BB962C8B-B14F-4D97-AF65-F5344CB8AC3E}">
        <p14:creationId xmlns:p14="http://schemas.microsoft.com/office/powerpoint/2010/main" val="35003533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Farese</dc:creator>
  <cp:lastModifiedBy>Larissa Farese</cp:lastModifiedBy>
  <cp:revision>2</cp:revision>
  <dcterms:created xsi:type="dcterms:W3CDTF">2021-09-01T21:02:31Z</dcterms:created>
  <dcterms:modified xsi:type="dcterms:W3CDTF">2021-09-01T22:23:01Z</dcterms:modified>
</cp:coreProperties>
</file>