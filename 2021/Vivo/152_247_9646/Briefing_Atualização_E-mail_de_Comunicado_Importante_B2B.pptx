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12192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guPr/bEFRkKadGUeYJq/NrSXwd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514350" y="1995312"/>
            <a:ext cx="5829300" cy="42446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467916" y="3039537"/>
            <a:ext cx="5915025" cy="50715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467916" y="8159048"/>
            <a:ext cx="5915025" cy="266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72381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72381" y="812800"/>
            <a:ext cx="2211884" cy="28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2915543" y="1755425"/>
            <a:ext cx="3471863" cy="8664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72381" y="3657600"/>
            <a:ext cx="2211884" cy="6776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472381" y="812800"/>
            <a:ext cx="2211884" cy="28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2915543" y="1755425"/>
            <a:ext cx="3471863" cy="866422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72381" y="3657600"/>
            <a:ext cx="2211884" cy="6776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-438856" y="4155899"/>
            <a:ext cx="7735712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81057" y="5075811"/>
            <a:ext cx="10332156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-2519318" y="3639917"/>
            <a:ext cx="10332156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24800" r="23200" t="0"/>
          <a:stretch/>
        </p:blipFill>
        <p:spPr>
          <a:xfrm>
            <a:off x="236390" y="1287112"/>
            <a:ext cx="6385219" cy="83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8668512" y="8169068"/>
            <a:ext cx="3654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Atualizar a assinatura para 5G + Fibra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-7552944" y="4023360"/>
            <a:ext cx="4809744" cy="1883664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-6975464" y="4706813"/>
            <a:ext cx="36547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E-MAIL COMUNICADO IMPORTANTE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VERSÃO 1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-7552944" y="6458579"/>
            <a:ext cx="4809744" cy="1883664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-6975464" y="6800246"/>
            <a:ext cx="36547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Precisamos receber esse e-mail todo o texto desse e-mail editável, conforme o modelo que usamos atualmente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4169664" y="8169068"/>
            <a:ext cx="1792224" cy="5360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5961888" y="8342243"/>
            <a:ext cx="2450592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24800" r="23200" t="0"/>
          <a:stretch/>
        </p:blipFill>
        <p:spPr>
          <a:xfrm>
            <a:off x="236390" y="1287112"/>
            <a:ext cx="6385219" cy="83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8668512" y="8169068"/>
            <a:ext cx="3654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Atualizar a assinatura para 5G + Fibra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-7552944" y="4023360"/>
            <a:ext cx="4809744" cy="1883664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-6975464" y="4706813"/>
            <a:ext cx="36547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E-MAIL COMUNICADO IMPORTANTE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VERSÃO 2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-7552944" y="6458579"/>
            <a:ext cx="4809744" cy="1883664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-6975464" y="6800246"/>
            <a:ext cx="36547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Precisamos receber esse e-mail todo o texto desse e-mail editável, conforme o modelo que usamos atualmente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169664" y="8169068"/>
            <a:ext cx="1792224" cy="5360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5961888" y="8342243"/>
            <a:ext cx="2450592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" name="Google Shape;104;p2"/>
          <p:cNvSpPr/>
          <p:nvPr/>
        </p:nvSpPr>
        <p:spPr>
          <a:xfrm>
            <a:off x="694944" y="8169068"/>
            <a:ext cx="1792224" cy="5360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2487168" y="8342243"/>
            <a:ext cx="5321808" cy="142354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" name="Google Shape;106;p2"/>
          <p:cNvSpPr txBox="1"/>
          <p:nvPr/>
        </p:nvSpPr>
        <p:spPr>
          <a:xfrm>
            <a:off x="7900416" y="9454239"/>
            <a:ext cx="59375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Atualizar o logo para Telefónica Tech (segue no anexo do JOB)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25067" r="26934" t="0"/>
          <a:stretch/>
        </p:blipFill>
        <p:spPr>
          <a:xfrm>
            <a:off x="773033" y="483099"/>
            <a:ext cx="5311934" cy="1085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7905354" y="8593574"/>
            <a:ext cx="3654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Atualizar a assinatura para 5G + Fibra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-7552944" y="4023360"/>
            <a:ext cx="4809744" cy="1883664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-6975464" y="4706813"/>
            <a:ext cx="36547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E-MAIL COMUNICADO IMPORTANTE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VERSÃO 3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-7552944" y="6458579"/>
            <a:ext cx="4809744" cy="1883664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-6975464" y="6800246"/>
            <a:ext cx="36547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Precisamos receber esse e-mail todo o texto desse e-mail editável, conforme o modelo que usamos atualmente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425696" y="10564796"/>
            <a:ext cx="1792224" cy="5360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 flipH="1" rot="10800000">
            <a:off x="6217920" y="8778240"/>
            <a:ext cx="1554480" cy="195973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" name="Google Shape;119;p3"/>
          <p:cNvSpPr/>
          <p:nvPr/>
        </p:nvSpPr>
        <p:spPr>
          <a:xfrm>
            <a:off x="1264341" y="10564796"/>
            <a:ext cx="1792224" cy="53602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 flipH="1" rot="10800000">
            <a:off x="3056565" y="7168896"/>
            <a:ext cx="4981743" cy="356907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" name="Google Shape;121;p3"/>
          <p:cNvSpPr txBox="1"/>
          <p:nvPr/>
        </p:nvSpPr>
        <p:spPr>
          <a:xfrm>
            <a:off x="8038308" y="6984230"/>
            <a:ext cx="35104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Atualizar para logo Telefónica novo:</a:t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 b="10718" l="24799" r="57168" t="82834"/>
          <a:stretch/>
        </p:blipFill>
        <p:spPr>
          <a:xfrm>
            <a:off x="11560137" y="6835010"/>
            <a:ext cx="2214202" cy="53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2021-11-26T19:23:32Z</dcterms:created>
  <dc:creator>Sabrina Silva</dc:creator>
</cp:coreProperties>
</file>