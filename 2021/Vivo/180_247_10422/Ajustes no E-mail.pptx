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35" d="100"/>
          <a:sy n="35" d="100"/>
        </p:scale>
        <p:origin x="24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8AA3D-E940-47BE-A6DA-7649FC5B5E1E}" type="datetimeFigureOut">
              <a:rPr lang="pt-BR" smtClean="0"/>
              <a:t>27/12/2021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FD2BC-5EB2-41FC-9469-89BBE21092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452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8AA3D-E940-47BE-A6DA-7649FC5B5E1E}" type="datetimeFigureOut">
              <a:rPr lang="pt-BR" smtClean="0"/>
              <a:t>27/12/2021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FD2BC-5EB2-41FC-9469-89BBE21092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0423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8AA3D-E940-47BE-A6DA-7649FC5B5E1E}" type="datetimeFigureOut">
              <a:rPr lang="pt-BR" smtClean="0"/>
              <a:t>27/12/2021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FD2BC-5EB2-41FC-9469-89BBE21092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6786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8AA3D-E940-47BE-A6DA-7649FC5B5E1E}" type="datetimeFigureOut">
              <a:rPr lang="pt-BR" smtClean="0"/>
              <a:t>27/12/2021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FD2BC-5EB2-41FC-9469-89BBE21092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8368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8AA3D-E940-47BE-A6DA-7649FC5B5E1E}" type="datetimeFigureOut">
              <a:rPr lang="pt-BR" smtClean="0"/>
              <a:t>27/12/2021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FD2BC-5EB2-41FC-9469-89BBE21092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6466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8AA3D-E940-47BE-A6DA-7649FC5B5E1E}" type="datetimeFigureOut">
              <a:rPr lang="pt-BR" smtClean="0"/>
              <a:t>27/12/2021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FD2BC-5EB2-41FC-9469-89BBE21092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8058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8AA3D-E940-47BE-A6DA-7649FC5B5E1E}" type="datetimeFigureOut">
              <a:rPr lang="pt-BR" smtClean="0"/>
              <a:t>27/12/2021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FD2BC-5EB2-41FC-9469-89BBE21092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1242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8AA3D-E940-47BE-A6DA-7649FC5B5E1E}" type="datetimeFigureOut">
              <a:rPr lang="pt-BR" smtClean="0"/>
              <a:t>27/12/2021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FD2BC-5EB2-41FC-9469-89BBE21092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3148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8AA3D-E940-47BE-A6DA-7649FC5B5E1E}" type="datetimeFigureOut">
              <a:rPr lang="pt-BR" smtClean="0"/>
              <a:t>27/12/2021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FD2BC-5EB2-41FC-9469-89BBE21092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474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8AA3D-E940-47BE-A6DA-7649FC5B5E1E}" type="datetimeFigureOut">
              <a:rPr lang="pt-BR" smtClean="0"/>
              <a:t>27/12/2021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FD2BC-5EB2-41FC-9469-89BBE21092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8271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8AA3D-E940-47BE-A6DA-7649FC5B5E1E}" type="datetimeFigureOut">
              <a:rPr lang="pt-BR" smtClean="0"/>
              <a:t>27/12/2021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FD2BC-5EB2-41FC-9469-89BBE21092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1089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78AA3D-E940-47BE-A6DA-7649FC5B5E1E}" type="datetimeFigureOut">
              <a:rPr lang="pt-BR" smtClean="0"/>
              <a:t>27/12/2021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CFD2BC-5EB2-41FC-9469-89BBE21092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9568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AF99F8EB-CA3A-4B3A-A911-8CA85F22C5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400" r="22933"/>
          <a:stretch/>
        </p:blipFill>
        <p:spPr>
          <a:xfrm>
            <a:off x="777240" y="171725"/>
            <a:ext cx="5074920" cy="11737839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77948A8C-2AEB-4483-A669-FEBF10A10313}"/>
              </a:ext>
            </a:extLst>
          </p:cNvPr>
          <p:cNvSpPr/>
          <p:nvPr/>
        </p:nvSpPr>
        <p:spPr>
          <a:xfrm>
            <a:off x="777240" y="10936224"/>
            <a:ext cx="2185416" cy="5669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24AB12E8-492F-4508-A342-43BB56790D45}"/>
              </a:ext>
            </a:extLst>
          </p:cNvPr>
          <p:cNvCxnSpPr/>
          <p:nvPr/>
        </p:nvCxnSpPr>
        <p:spPr>
          <a:xfrm flipH="1" flipV="1">
            <a:off x="-2112264" y="9509760"/>
            <a:ext cx="2889504" cy="14264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tângulo 7">
            <a:extLst>
              <a:ext uri="{FF2B5EF4-FFF2-40B4-BE49-F238E27FC236}">
                <a16:creationId xmlns:a16="http://schemas.microsoft.com/office/drawing/2014/main" id="{75C75EF0-4ABC-4AC1-A89E-371C2F28DC72}"/>
              </a:ext>
            </a:extLst>
          </p:cNvPr>
          <p:cNvSpPr/>
          <p:nvPr/>
        </p:nvSpPr>
        <p:spPr>
          <a:xfrm>
            <a:off x="3666744" y="10863072"/>
            <a:ext cx="2185416" cy="5669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A5BDDEAA-5E29-482A-B780-AAD51842B4D6}"/>
              </a:ext>
            </a:extLst>
          </p:cNvPr>
          <p:cNvCxnSpPr>
            <a:cxnSpLocks/>
          </p:cNvCxnSpPr>
          <p:nvPr/>
        </p:nvCxnSpPr>
        <p:spPr>
          <a:xfrm flipV="1">
            <a:off x="3666744" y="8723376"/>
            <a:ext cx="4562856" cy="213969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tângulo 10">
            <a:extLst>
              <a:ext uri="{FF2B5EF4-FFF2-40B4-BE49-F238E27FC236}">
                <a16:creationId xmlns:a16="http://schemas.microsoft.com/office/drawing/2014/main" id="{33C2A631-FF95-4BFF-A795-859C40EAED48}"/>
              </a:ext>
            </a:extLst>
          </p:cNvPr>
          <p:cNvSpPr/>
          <p:nvPr/>
        </p:nvSpPr>
        <p:spPr>
          <a:xfrm>
            <a:off x="2008632" y="5437632"/>
            <a:ext cx="2185416" cy="17861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EF2CB97E-9547-4AE6-BC4C-D1744E790612}"/>
              </a:ext>
            </a:extLst>
          </p:cNvPr>
          <p:cNvCxnSpPr/>
          <p:nvPr/>
        </p:nvCxnSpPr>
        <p:spPr>
          <a:xfrm flipV="1">
            <a:off x="4334256" y="4718304"/>
            <a:ext cx="3749040" cy="16276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DBF3757-743D-47B3-98AB-299E0CA68A2A}"/>
              </a:ext>
            </a:extLst>
          </p:cNvPr>
          <p:cNvSpPr txBox="1"/>
          <p:nvPr/>
        </p:nvSpPr>
        <p:spPr>
          <a:xfrm>
            <a:off x="8223504" y="4533638"/>
            <a:ext cx="2716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Corrigir o erro das imagens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3F3FF72-5D6B-457A-8B63-6F92D2E9A868}"/>
              </a:ext>
            </a:extLst>
          </p:cNvPr>
          <p:cNvSpPr txBox="1"/>
          <p:nvPr/>
        </p:nvSpPr>
        <p:spPr>
          <a:xfrm>
            <a:off x="8342376" y="8538710"/>
            <a:ext cx="2837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Trocar pelo rastro 5G + Fibra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3112912E-34D7-4649-A22A-CA3F61F458D7}"/>
              </a:ext>
            </a:extLst>
          </p:cNvPr>
          <p:cNvSpPr txBox="1"/>
          <p:nvPr/>
        </p:nvSpPr>
        <p:spPr>
          <a:xfrm>
            <a:off x="-4390308" y="8942832"/>
            <a:ext cx="3665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Trocar pelo novo  logo da Telefônica </a:t>
            </a:r>
          </a:p>
        </p:txBody>
      </p:sp>
    </p:spTree>
    <p:extLst>
      <p:ext uri="{BB962C8B-B14F-4D97-AF65-F5344CB8AC3E}">
        <p14:creationId xmlns:p14="http://schemas.microsoft.com/office/powerpoint/2010/main" val="32849299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</TotalTime>
  <Words>17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Sabrina Silva</dc:creator>
  <cp:lastModifiedBy>Sabrina Silva</cp:lastModifiedBy>
  <cp:revision>1</cp:revision>
  <dcterms:created xsi:type="dcterms:W3CDTF">2021-12-27T20:55:48Z</dcterms:created>
  <dcterms:modified xsi:type="dcterms:W3CDTF">2021-12-27T21:12:22Z</dcterms:modified>
</cp:coreProperties>
</file>