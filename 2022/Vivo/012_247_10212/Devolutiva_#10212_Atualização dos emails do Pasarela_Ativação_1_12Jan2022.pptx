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816" y="66"/>
      </p:cViewPr>
      <p:guideLst>
        <p:guide orient="horz" pos="272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15493-4DE6-4661-998A-5637E1288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B126BB-B494-4494-9A5B-1E8540986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29DA40-8C24-4984-A384-12117040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121873-785D-4FF6-ADF2-5E6006FD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084495-478E-4CFA-BE57-75354F63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9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DA741-4521-49D9-A6B9-DBD28172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B07758-3801-4654-9F42-7B598DA94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C40A34-EF97-4778-AACE-F378D077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796DEB-394D-46D9-BDC4-FBC404CF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31772D-253B-4DE1-8DF8-10CCBEE7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560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73C94-6D6B-4455-B52E-5DA7D43E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8F2F70-CD35-47CE-8089-76A425EE7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12D92-CC47-4E74-A2A7-655EFDC0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230BF8-24DB-439E-9EF0-5367B4487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1AE89-0C7B-4A4C-B5FE-6F3B53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12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89242-17B1-4035-A509-5A1199D3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F97CB-B0E8-436F-BE2D-364A02E80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FA1BF8-2A20-4CC0-BF86-EB363531E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B56E57-38F2-4C6D-A619-B3FCAC4D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BEDC41-B332-4498-86E8-3B878EC2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251C11-EE2B-433D-9149-D03CF5A9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1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F9344-8A56-4643-AB7B-B8418370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8F63CC-9E7D-4DA5-9DA8-763D4F968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6D46C7-6FFB-4240-B442-AF445548A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351B5E-B269-4AC3-821C-98D9B5FF3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21C31C-7F6D-4154-8E98-7B42F8F28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9A4438-A403-430D-ABE6-448996CC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66DFC6-EC9A-493A-A175-2C68FA1C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D45302-C47C-4376-B6E1-DF074B2D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600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0F328-F770-4574-BA8A-39E6BD60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DAED0F-79D3-4181-9C66-87901354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E97F07-06F9-4245-8E4A-BA22BA91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4E0BDD-C685-4982-89BD-8B68B38A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67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021574-B858-4970-B181-425C03AB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5DD698-5D95-4EB6-A05C-5F5AE2E6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03B791-708E-42BA-A9FF-B285C2CA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558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85BE4-781F-456D-8442-459AD3E9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0BC0FA-2DFD-4E4A-89E1-CC028862A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B43A537-05BA-4EA5-941F-E2EA72183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0E53C9-8C81-4F51-A944-3F3C1E7C5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4C9587-2FB9-4E92-8022-8E515E7D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15C66E-7A1C-46E0-9F14-7D7C05A7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68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33FE4-7A9A-4321-88C7-3E3D6483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CB8A9A-84CB-4E76-A059-B51EC05AF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691035-9918-4F11-9F33-92691283F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AD9269-8777-4DC8-8C7B-9D7A7FFB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0319CC-7630-4944-BEE5-AA6F04E3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EE27FD-79EE-4067-BF37-52F4899F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57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AE97A-3214-4CE8-9D7F-9BD61D9D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2834B3-D80A-4A32-8A8C-02E808DB4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0CD9B6-C44A-483B-807D-578400D5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37310A-84EC-4748-80F6-4323CB18A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D66337-005A-423F-96D0-00D09A8D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67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95F910-DDA1-4A48-B974-4A0DD7FC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2948D9-5677-46BA-B6DF-B9D06905C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D6A6EF-5C40-4839-9F76-0A0BEE11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2D2C0F-3E0A-4F4C-BFB9-BFF7289B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D73BC2-5298-4787-A4AA-B84934F9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2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5D0B1A-3FB8-4FB8-A076-41D1383D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E1353-35EC-40EF-A1F5-B97B8468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29AF53-3684-4E11-B227-99C9347DE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AFC901-36CA-4E2A-A03A-16FF04072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3AC64D-1553-4C04-A92A-B5347CABD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49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71BA82DA-5757-4BC1-97EF-F08969D57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" y="-2978"/>
            <a:ext cx="5435123" cy="488844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8C35FAE-EFA0-40F6-9AE6-A4342406CF0D}"/>
              </a:ext>
            </a:extLst>
          </p:cNvPr>
          <p:cNvSpPr txBox="1"/>
          <p:nvPr/>
        </p:nvSpPr>
        <p:spPr>
          <a:xfrm>
            <a:off x="4970147" y="2889788"/>
            <a:ext cx="40832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O campo variável deve vir em caixa alta, ou seja, deve vir assim:</a:t>
            </a:r>
          </a:p>
          <a:p>
            <a:r>
              <a:rPr lang="pt-BR" sz="1100" dirty="0"/>
              <a:t>Olá, </a:t>
            </a:r>
            <a:r>
              <a:rPr lang="pt-BR" sz="1100" b="1" dirty="0">
                <a:solidFill>
                  <a:srgbClr val="7030A0"/>
                </a:solidFill>
              </a:rPr>
              <a:t>##PRIMEIRONOMECLIENTE##,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CFFE5F-610F-44FB-86CA-69BE1F153E2D}"/>
              </a:ext>
            </a:extLst>
          </p:cNvPr>
          <p:cNvSpPr/>
          <p:nvPr/>
        </p:nvSpPr>
        <p:spPr>
          <a:xfrm>
            <a:off x="508923" y="3035289"/>
            <a:ext cx="2053883" cy="2532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FF4DE81-C85D-4292-90BD-6FD304D7397E}"/>
              </a:ext>
            </a:extLst>
          </p:cNvPr>
          <p:cNvCxnSpPr>
            <a:cxnSpLocks/>
          </p:cNvCxnSpPr>
          <p:nvPr/>
        </p:nvCxnSpPr>
        <p:spPr>
          <a:xfrm>
            <a:off x="2568402" y="3051453"/>
            <a:ext cx="2340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0E4A24E8-088A-4D14-8C36-87A6456E4E96}"/>
              </a:ext>
            </a:extLst>
          </p:cNvPr>
          <p:cNvSpPr/>
          <p:nvPr/>
        </p:nvSpPr>
        <p:spPr>
          <a:xfrm>
            <a:off x="494854" y="3316505"/>
            <a:ext cx="4147479" cy="437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859629C-BDB8-4D59-AE26-533FB0654266}"/>
              </a:ext>
            </a:extLst>
          </p:cNvPr>
          <p:cNvCxnSpPr>
            <a:cxnSpLocks/>
          </p:cNvCxnSpPr>
          <p:nvPr/>
        </p:nvCxnSpPr>
        <p:spPr>
          <a:xfrm>
            <a:off x="4696926" y="3609784"/>
            <a:ext cx="4236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20">
            <a:hlinkClick r:id="" action="ppaction://noaction"/>
            <a:extLst>
              <a:ext uri="{FF2B5EF4-FFF2-40B4-BE49-F238E27FC236}">
                <a16:creationId xmlns:a16="http://schemas.microsoft.com/office/drawing/2014/main" id="{EB189410-DAE4-4BA9-972C-7D61576510D6}"/>
              </a:ext>
            </a:extLst>
          </p:cNvPr>
          <p:cNvSpPr/>
          <p:nvPr/>
        </p:nvSpPr>
        <p:spPr>
          <a:xfrm>
            <a:off x="9739280" y="-14472"/>
            <a:ext cx="2452720" cy="529777"/>
          </a:xfrm>
          <a:custGeom>
            <a:avLst/>
            <a:gdLst>
              <a:gd name="connsiteX0" fmla="*/ 0 w 2788920"/>
              <a:gd name="connsiteY0" fmla="*/ 58237 h 628838"/>
              <a:gd name="connsiteX1" fmla="*/ 58237 w 2788920"/>
              <a:gd name="connsiteY1" fmla="*/ 0 h 628838"/>
              <a:gd name="connsiteX2" fmla="*/ 2730683 w 2788920"/>
              <a:gd name="connsiteY2" fmla="*/ 0 h 628838"/>
              <a:gd name="connsiteX3" fmla="*/ 2788920 w 2788920"/>
              <a:gd name="connsiteY3" fmla="*/ 58237 h 628838"/>
              <a:gd name="connsiteX4" fmla="*/ 2788920 w 2788920"/>
              <a:gd name="connsiteY4" fmla="*/ 570601 h 628838"/>
              <a:gd name="connsiteX5" fmla="*/ 2730683 w 2788920"/>
              <a:gd name="connsiteY5" fmla="*/ 628838 h 628838"/>
              <a:gd name="connsiteX6" fmla="*/ 58237 w 2788920"/>
              <a:gd name="connsiteY6" fmla="*/ 628838 h 628838"/>
              <a:gd name="connsiteX7" fmla="*/ 0 w 2788920"/>
              <a:gd name="connsiteY7" fmla="*/ 570601 h 628838"/>
              <a:gd name="connsiteX8" fmla="*/ 0 w 2788920"/>
              <a:gd name="connsiteY8" fmla="*/ 58237 h 628838"/>
              <a:gd name="connsiteX0" fmla="*/ 0 w 2788920"/>
              <a:gd name="connsiteY0" fmla="*/ 58237 h 628838"/>
              <a:gd name="connsiteX1" fmla="*/ 58237 w 2788920"/>
              <a:gd name="connsiteY1" fmla="*/ 0 h 628838"/>
              <a:gd name="connsiteX2" fmla="*/ 2730683 w 2788920"/>
              <a:gd name="connsiteY2" fmla="*/ 0 h 628838"/>
              <a:gd name="connsiteX3" fmla="*/ 2788920 w 2788920"/>
              <a:gd name="connsiteY3" fmla="*/ 58237 h 628838"/>
              <a:gd name="connsiteX4" fmla="*/ 2788920 w 2788920"/>
              <a:gd name="connsiteY4" fmla="*/ 570601 h 628838"/>
              <a:gd name="connsiteX5" fmla="*/ 2730683 w 2788920"/>
              <a:gd name="connsiteY5" fmla="*/ 628838 h 628838"/>
              <a:gd name="connsiteX6" fmla="*/ 382087 w 2788920"/>
              <a:gd name="connsiteY6" fmla="*/ 327213 h 628838"/>
              <a:gd name="connsiteX7" fmla="*/ 0 w 2788920"/>
              <a:gd name="connsiteY7" fmla="*/ 570601 h 628838"/>
              <a:gd name="connsiteX8" fmla="*/ 0 w 2788920"/>
              <a:gd name="connsiteY8" fmla="*/ 58237 h 628838"/>
              <a:gd name="connsiteX0" fmla="*/ 0 w 2788920"/>
              <a:gd name="connsiteY0" fmla="*/ 58237 h 628838"/>
              <a:gd name="connsiteX1" fmla="*/ 58237 w 2788920"/>
              <a:gd name="connsiteY1" fmla="*/ 0 h 628838"/>
              <a:gd name="connsiteX2" fmla="*/ 2730683 w 2788920"/>
              <a:gd name="connsiteY2" fmla="*/ 0 h 628838"/>
              <a:gd name="connsiteX3" fmla="*/ 2788920 w 2788920"/>
              <a:gd name="connsiteY3" fmla="*/ 58237 h 628838"/>
              <a:gd name="connsiteX4" fmla="*/ 2788920 w 2788920"/>
              <a:gd name="connsiteY4" fmla="*/ 570601 h 628838"/>
              <a:gd name="connsiteX5" fmla="*/ 2730683 w 2788920"/>
              <a:gd name="connsiteY5" fmla="*/ 628838 h 628838"/>
              <a:gd name="connsiteX6" fmla="*/ 420187 w 2788920"/>
              <a:gd name="connsiteY6" fmla="*/ 514538 h 628838"/>
              <a:gd name="connsiteX7" fmla="*/ 0 w 2788920"/>
              <a:gd name="connsiteY7" fmla="*/ 570601 h 628838"/>
              <a:gd name="connsiteX8" fmla="*/ 0 w 2788920"/>
              <a:gd name="connsiteY8" fmla="*/ 58237 h 628838"/>
              <a:gd name="connsiteX0" fmla="*/ 0 w 2788920"/>
              <a:gd name="connsiteY0" fmla="*/ 58237 h 635867"/>
              <a:gd name="connsiteX1" fmla="*/ 58237 w 2788920"/>
              <a:gd name="connsiteY1" fmla="*/ 0 h 635867"/>
              <a:gd name="connsiteX2" fmla="*/ 2730683 w 2788920"/>
              <a:gd name="connsiteY2" fmla="*/ 0 h 635867"/>
              <a:gd name="connsiteX3" fmla="*/ 2788920 w 2788920"/>
              <a:gd name="connsiteY3" fmla="*/ 58237 h 635867"/>
              <a:gd name="connsiteX4" fmla="*/ 2788920 w 2788920"/>
              <a:gd name="connsiteY4" fmla="*/ 570601 h 635867"/>
              <a:gd name="connsiteX5" fmla="*/ 2730683 w 2788920"/>
              <a:gd name="connsiteY5" fmla="*/ 628838 h 635867"/>
              <a:gd name="connsiteX6" fmla="*/ 0 w 2788920"/>
              <a:gd name="connsiteY6" fmla="*/ 570601 h 635867"/>
              <a:gd name="connsiteX7" fmla="*/ 0 w 2788920"/>
              <a:gd name="connsiteY7" fmla="*/ 58237 h 635867"/>
              <a:gd name="connsiteX0" fmla="*/ 0 w 2788920"/>
              <a:gd name="connsiteY0" fmla="*/ 58237 h 634646"/>
              <a:gd name="connsiteX1" fmla="*/ 58237 w 2788920"/>
              <a:gd name="connsiteY1" fmla="*/ 0 h 634646"/>
              <a:gd name="connsiteX2" fmla="*/ 2730683 w 2788920"/>
              <a:gd name="connsiteY2" fmla="*/ 0 h 634646"/>
              <a:gd name="connsiteX3" fmla="*/ 2788920 w 2788920"/>
              <a:gd name="connsiteY3" fmla="*/ 58237 h 634646"/>
              <a:gd name="connsiteX4" fmla="*/ 2788920 w 2788920"/>
              <a:gd name="connsiteY4" fmla="*/ 570601 h 634646"/>
              <a:gd name="connsiteX5" fmla="*/ 0 w 2788920"/>
              <a:gd name="connsiteY5" fmla="*/ 570601 h 634646"/>
              <a:gd name="connsiteX6" fmla="*/ 0 w 2788920"/>
              <a:gd name="connsiteY6" fmla="*/ 58237 h 634646"/>
              <a:gd name="connsiteX0" fmla="*/ 0 w 2788920"/>
              <a:gd name="connsiteY0" fmla="*/ 58237 h 609927"/>
              <a:gd name="connsiteX1" fmla="*/ 58237 w 2788920"/>
              <a:gd name="connsiteY1" fmla="*/ 0 h 609927"/>
              <a:gd name="connsiteX2" fmla="*/ 2730683 w 2788920"/>
              <a:gd name="connsiteY2" fmla="*/ 0 h 609927"/>
              <a:gd name="connsiteX3" fmla="*/ 2788920 w 2788920"/>
              <a:gd name="connsiteY3" fmla="*/ 58237 h 609927"/>
              <a:gd name="connsiteX4" fmla="*/ 2788920 w 2788920"/>
              <a:gd name="connsiteY4" fmla="*/ 570601 h 609927"/>
              <a:gd name="connsiteX5" fmla="*/ 0 w 2788920"/>
              <a:gd name="connsiteY5" fmla="*/ 570601 h 609927"/>
              <a:gd name="connsiteX6" fmla="*/ 0 w 2788920"/>
              <a:gd name="connsiteY6" fmla="*/ 58237 h 609927"/>
              <a:gd name="connsiteX0" fmla="*/ 0 w 2788920"/>
              <a:gd name="connsiteY0" fmla="*/ 58237 h 574025"/>
              <a:gd name="connsiteX1" fmla="*/ 58237 w 2788920"/>
              <a:gd name="connsiteY1" fmla="*/ 0 h 574025"/>
              <a:gd name="connsiteX2" fmla="*/ 2730683 w 2788920"/>
              <a:gd name="connsiteY2" fmla="*/ 0 h 574025"/>
              <a:gd name="connsiteX3" fmla="*/ 2788920 w 2788920"/>
              <a:gd name="connsiteY3" fmla="*/ 58237 h 574025"/>
              <a:gd name="connsiteX4" fmla="*/ 2788920 w 2788920"/>
              <a:gd name="connsiteY4" fmla="*/ 570601 h 574025"/>
              <a:gd name="connsiteX5" fmla="*/ 0 w 2788920"/>
              <a:gd name="connsiteY5" fmla="*/ 570601 h 574025"/>
              <a:gd name="connsiteX6" fmla="*/ 0 w 2788920"/>
              <a:gd name="connsiteY6" fmla="*/ 58237 h 574025"/>
              <a:gd name="connsiteX0" fmla="*/ 0 w 2788920"/>
              <a:gd name="connsiteY0" fmla="*/ 58237 h 572271"/>
              <a:gd name="connsiteX1" fmla="*/ 58237 w 2788920"/>
              <a:gd name="connsiteY1" fmla="*/ 0 h 572271"/>
              <a:gd name="connsiteX2" fmla="*/ 2730683 w 2788920"/>
              <a:gd name="connsiteY2" fmla="*/ 0 h 572271"/>
              <a:gd name="connsiteX3" fmla="*/ 2788920 w 2788920"/>
              <a:gd name="connsiteY3" fmla="*/ 58237 h 572271"/>
              <a:gd name="connsiteX4" fmla="*/ 2788920 w 2788920"/>
              <a:gd name="connsiteY4" fmla="*/ 570601 h 572271"/>
              <a:gd name="connsiteX5" fmla="*/ 0 w 2788920"/>
              <a:gd name="connsiteY5" fmla="*/ 570601 h 572271"/>
              <a:gd name="connsiteX6" fmla="*/ 0 w 2788920"/>
              <a:gd name="connsiteY6" fmla="*/ 58237 h 572271"/>
              <a:gd name="connsiteX0" fmla="*/ 0 w 2788920"/>
              <a:gd name="connsiteY0" fmla="*/ 58237 h 572647"/>
              <a:gd name="connsiteX1" fmla="*/ 58237 w 2788920"/>
              <a:gd name="connsiteY1" fmla="*/ 0 h 572647"/>
              <a:gd name="connsiteX2" fmla="*/ 2730683 w 2788920"/>
              <a:gd name="connsiteY2" fmla="*/ 0 h 572647"/>
              <a:gd name="connsiteX3" fmla="*/ 2788920 w 2788920"/>
              <a:gd name="connsiteY3" fmla="*/ 58237 h 572647"/>
              <a:gd name="connsiteX4" fmla="*/ 2788920 w 2788920"/>
              <a:gd name="connsiteY4" fmla="*/ 570601 h 572647"/>
              <a:gd name="connsiteX5" fmla="*/ 0 w 2788920"/>
              <a:gd name="connsiteY5" fmla="*/ 570601 h 572647"/>
              <a:gd name="connsiteX6" fmla="*/ 0 w 2788920"/>
              <a:gd name="connsiteY6" fmla="*/ 58237 h 572647"/>
              <a:gd name="connsiteX0" fmla="*/ 0 w 2788920"/>
              <a:gd name="connsiteY0" fmla="*/ 58237 h 570601"/>
              <a:gd name="connsiteX1" fmla="*/ 58237 w 2788920"/>
              <a:gd name="connsiteY1" fmla="*/ 0 h 570601"/>
              <a:gd name="connsiteX2" fmla="*/ 2730683 w 2788920"/>
              <a:gd name="connsiteY2" fmla="*/ 0 h 570601"/>
              <a:gd name="connsiteX3" fmla="*/ 2788920 w 2788920"/>
              <a:gd name="connsiteY3" fmla="*/ 58237 h 570601"/>
              <a:gd name="connsiteX4" fmla="*/ 2788920 w 2788920"/>
              <a:gd name="connsiteY4" fmla="*/ 570601 h 570601"/>
              <a:gd name="connsiteX5" fmla="*/ 0 w 2788920"/>
              <a:gd name="connsiteY5" fmla="*/ 570601 h 570601"/>
              <a:gd name="connsiteX6" fmla="*/ 0 w 2788920"/>
              <a:gd name="connsiteY6" fmla="*/ 58237 h 570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8920" h="570601">
                <a:moveTo>
                  <a:pt x="0" y="58237"/>
                </a:moveTo>
                <a:cubicBezTo>
                  <a:pt x="0" y="26074"/>
                  <a:pt x="26074" y="0"/>
                  <a:pt x="58237" y="0"/>
                </a:cubicBezTo>
                <a:lnTo>
                  <a:pt x="2730683" y="0"/>
                </a:lnTo>
                <a:cubicBezTo>
                  <a:pt x="2762846" y="0"/>
                  <a:pt x="2788920" y="26074"/>
                  <a:pt x="2788920" y="58237"/>
                </a:cubicBezTo>
                <a:lnTo>
                  <a:pt x="2788920" y="570601"/>
                </a:lnTo>
                <a:cubicBezTo>
                  <a:pt x="6350" y="570270"/>
                  <a:pt x="2788920" y="567095"/>
                  <a:pt x="0" y="570601"/>
                </a:cubicBezTo>
                <a:lnTo>
                  <a:pt x="0" y="58237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err="1"/>
              <a:t>Opt</a:t>
            </a:r>
            <a:r>
              <a:rPr lang="pt-BR" sz="2000" dirty="0"/>
              <a:t> Out</a:t>
            </a:r>
            <a:endParaRPr lang="x-none" sz="20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4CD2F98-6F76-4D32-B237-34C921367C07}"/>
              </a:ext>
            </a:extLst>
          </p:cNvPr>
          <p:cNvSpPr txBox="1"/>
          <p:nvPr/>
        </p:nvSpPr>
        <p:spPr>
          <a:xfrm>
            <a:off x="5120606" y="3298368"/>
            <a:ext cx="41474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O campo variável da data deve vir em caixa alta e com a representação de cada campo, ou seja, deve vir assim:</a:t>
            </a:r>
          </a:p>
          <a:p>
            <a:r>
              <a:rPr lang="pt-BR" sz="1100" dirty="0"/>
              <a:t>#DD/MM/AAAA#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1963371-1C32-485E-A857-E41CDA9F6D22}"/>
              </a:ext>
            </a:extLst>
          </p:cNvPr>
          <p:cNvSpPr/>
          <p:nvPr/>
        </p:nvSpPr>
        <p:spPr>
          <a:xfrm>
            <a:off x="492514" y="1631853"/>
            <a:ext cx="2053883" cy="1190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B51320A9-AA34-4A4E-BF3A-C90C5845F9DB}"/>
              </a:ext>
            </a:extLst>
          </p:cNvPr>
          <p:cNvCxnSpPr>
            <a:cxnSpLocks/>
          </p:cNvCxnSpPr>
          <p:nvPr/>
        </p:nvCxnSpPr>
        <p:spPr>
          <a:xfrm>
            <a:off x="2551993" y="2584873"/>
            <a:ext cx="277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8346017-FCA1-40E6-88DA-3C9FD4FD7B6D}"/>
              </a:ext>
            </a:extLst>
          </p:cNvPr>
          <p:cNvSpPr txBox="1"/>
          <p:nvPr/>
        </p:nvSpPr>
        <p:spPr>
          <a:xfrm>
            <a:off x="5313104" y="2381327"/>
            <a:ext cx="1554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Faltou o ponto final. </a:t>
            </a:r>
            <a:endParaRPr lang="pt-BR" sz="11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254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Daniela Rodrigues Viana</dc:creator>
  <cp:lastModifiedBy>Daniela Rodrigues Viana</cp:lastModifiedBy>
  <cp:revision>4</cp:revision>
  <dcterms:created xsi:type="dcterms:W3CDTF">2021-12-30T15:17:18Z</dcterms:created>
  <dcterms:modified xsi:type="dcterms:W3CDTF">2022-01-12T12:07:44Z</dcterms:modified>
</cp:coreProperties>
</file>