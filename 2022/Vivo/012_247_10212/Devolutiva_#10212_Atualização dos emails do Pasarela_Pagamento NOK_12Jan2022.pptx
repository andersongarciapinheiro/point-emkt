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2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816" y="66"/>
      </p:cViewPr>
      <p:guideLst>
        <p:guide orient="horz" pos="272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C15493-4DE6-4661-998A-5637E1288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B126BB-B494-4494-9A5B-1E85409864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29DA40-8C24-4984-A384-121170409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5ED9-0022-44EC-9E38-973CDE685171}" type="datetimeFigureOut">
              <a:rPr lang="pt-BR" smtClean="0"/>
              <a:t>12/01/2022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121873-785D-4FF6-ADF2-5E6006FDF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084495-478E-4CFA-BE57-75354F636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51F6-21C3-4F8D-A31D-A36FACC47B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891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9DA741-4521-49D9-A6B9-DBD281729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B07758-3801-4654-9F42-7B598DA94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C40A34-EF97-4778-AACE-F378D077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5ED9-0022-44EC-9E38-973CDE685171}" type="datetimeFigureOut">
              <a:rPr lang="pt-BR" smtClean="0"/>
              <a:t>12/01/2022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796DEB-394D-46D9-BDC4-FBC404CF3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31772D-253B-4DE1-8DF8-10CCBEE7C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51F6-21C3-4F8D-A31D-A36FACC47B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5608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873C94-6D6B-4455-B52E-5DA7D43EC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78F2F70-CD35-47CE-8089-76A425EE7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712D92-CC47-4E74-A2A7-655EFDC02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5ED9-0022-44EC-9E38-973CDE685171}" type="datetimeFigureOut">
              <a:rPr lang="pt-BR" smtClean="0"/>
              <a:t>12/01/2022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230BF8-24DB-439E-9EF0-5367B4487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E1AE89-0C7B-4A4C-B5FE-6F3B53DE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51F6-21C3-4F8D-A31D-A36FACC47B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12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289242-17B1-4035-A509-5A1199D30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7F97CB-B0E8-436F-BE2D-364A02E807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DFA1BF8-2A20-4CC0-BF86-EB363531E4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1B56E57-38F2-4C6D-A619-B3FCAC4D9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5ED9-0022-44EC-9E38-973CDE685171}" type="datetimeFigureOut">
              <a:rPr lang="pt-BR" smtClean="0"/>
              <a:t>12/01/2022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1BEDC41-B332-4498-86E8-3B878EC2E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8251C11-EE2B-433D-9149-D03CF5A91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51F6-21C3-4F8D-A31D-A36FACC47B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115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6F9344-8A56-4643-AB7B-B84183708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8F63CC-9E7D-4DA5-9DA8-763D4F968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96D46C7-6FFB-4240-B442-AF445548A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7351B5E-B269-4AC3-821C-98D9B5FF31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521C31C-7F6D-4154-8E98-7B42F8F285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9A4438-A403-430D-ABE6-448996CC6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5ED9-0022-44EC-9E38-973CDE685171}" type="datetimeFigureOut">
              <a:rPr lang="pt-BR" smtClean="0"/>
              <a:t>12/01/2022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766DFC6-EC9A-493A-A175-2C68FA1CF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2D45302-C47C-4376-B6E1-DF074B2D9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51F6-21C3-4F8D-A31D-A36FACC47B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2600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0F328-F770-4574-BA8A-39E6BD60A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ADAED0F-79D3-4181-9C66-879013542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5ED9-0022-44EC-9E38-973CDE685171}" type="datetimeFigureOut">
              <a:rPr lang="pt-BR" smtClean="0"/>
              <a:t>12/01/2022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CE97F07-06F9-4245-8E4A-BA22BA91C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B4E0BDD-C685-4982-89BD-8B68B38A0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51F6-21C3-4F8D-A31D-A36FACC47B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673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E021574-B858-4970-B181-425C03AB2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5ED9-0022-44EC-9E38-973CDE685171}" type="datetimeFigureOut">
              <a:rPr lang="pt-BR" smtClean="0"/>
              <a:t>12/01/2022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E5DD698-5D95-4EB6-A05C-5F5AE2E62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03B791-708E-42BA-A9FF-B285C2CAD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51F6-21C3-4F8D-A31D-A36FACC47B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8558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C85BE4-781F-456D-8442-459AD3E9B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0BC0FA-2DFD-4E4A-89E1-CC028862A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B43A537-05BA-4EA5-941F-E2EA72183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0E53C9-8C81-4F51-A944-3F3C1E7C5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5ED9-0022-44EC-9E38-973CDE685171}" type="datetimeFigureOut">
              <a:rPr lang="pt-BR" smtClean="0"/>
              <a:t>12/01/2022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4C9587-2FB9-4E92-8022-8E515E7DD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815C66E-7A1C-46E0-9F14-7D7C05A77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51F6-21C3-4F8D-A31D-A36FACC47B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6688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C33FE4-7A9A-4321-88C7-3E3D64832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CCB8A9A-84CB-4E76-A059-B51EC05AFB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7691035-9918-4F11-9F33-92691283F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AD9269-8777-4DC8-8C7B-9D7A7FFB9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5ED9-0022-44EC-9E38-973CDE685171}" type="datetimeFigureOut">
              <a:rPr lang="pt-BR" smtClean="0"/>
              <a:t>12/01/2022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10319CC-7630-4944-BEE5-AA6F04E35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EEE27FD-79EE-4067-BF37-52F4899F0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51F6-21C3-4F8D-A31D-A36FACC47B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7577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6AE97A-3214-4CE8-9D7F-9BD61D9D5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B2834B3-D80A-4A32-8A8C-02E808DB4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0CD9B6-C44A-483B-807D-578400D57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5ED9-0022-44EC-9E38-973CDE685171}" type="datetimeFigureOut">
              <a:rPr lang="pt-BR" smtClean="0"/>
              <a:t>12/01/2022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37310A-84EC-4748-80F6-4323CB18A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D66337-005A-423F-96D0-00D09A8D8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51F6-21C3-4F8D-A31D-A36FACC47B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7670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F95F910-DDA1-4A48-B974-4A0DD7FC7F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2948D9-5677-46BA-B6DF-B9D06905CB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D6A6EF-5C40-4839-9F76-0A0BEE119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5ED9-0022-44EC-9E38-973CDE685171}" type="datetimeFigureOut">
              <a:rPr lang="pt-BR" smtClean="0"/>
              <a:t>12/01/2022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2D2C0F-3E0A-4F4C-BFB9-BFF7289B2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D73BC2-5298-4787-A4AA-B84934F99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A51F6-21C3-4F8D-A31D-A36FACC47B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126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B5D0B1A-3FB8-4FB8-A076-41D1383D5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4DE1353-35EC-40EF-A1F5-B97B8468A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29AF53-3684-4E11-B227-99C9347DE9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1F5ED9-0022-44EC-9E38-973CDE685171}" type="datetimeFigureOut">
              <a:rPr lang="pt-BR" smtClean="0"/>
              <a:t>12/01/2022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AFC901-36CA-4E2A-A03A-16FF04072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3AC64D-1553-4C04-A92A-B5347CABDC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A51F6-21C3-4F8D-A31D-A36FACC47B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5497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&#10;&#10;Descrição gerada automaticamente">
            <a:extLst>
              <a:ext uri="{FF2B5EF4-FFF2-40B4-BE49-F238E27FC236}">
                <a16:creationId xmlns:a16="http://schemas.microsoft.com/office/drawing/2014/main" id="{5AE881C0-B233-4ACB-ABDC-348029F75F5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588"/>
          <a:stretch/>
        </p:blipFill>
        <p:spPr>
          <a:xfrm>
            <a:off x="14068" y="0"/>
            <a:ext cx="6163535" cy="403409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8C35FAE-EFA0-40F6-9AE6-A4342406CF0D}"/>
              </a:ext>
            </a:extLst>
          </p:cNvPr>
          <p:cNvSpPr txBox="1"/>
          <p:nvPr/>
        </p:nvSpPr>
        <p:spPr>
          <a:xfrm>
            <a:off x="4970147" y="3635375"/>
            <a:ext cx="40832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O campo variável deve vir em caixa alta, ou seja, deve vir assim:</a:t>
            </a:r>
          </a:p>
          <a:p>
            <a:r>
              <a:rPr lang="pt-BR" sz="1100" dirty="0"/>
              <a:t>Olá, </a:t>
            </a:r>
            <a:r>
              <a:rPr lang="pt-BR" sz="1100" b="1" dirty="0">
                <a:solidFill>
                  <a:srgbClr val="7030A0"/>
                </a:solidFill>
              </a:rPr>
              <a:t>##PRIMEIRONOMECLIENTE##,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CCFFE5F-610F-44FB-86CA-69BE1F153E2D}"/>
              </a:ext>
            </a:extLst>
          </p:cNvPr>
          <p:cNvSpPr/>
          <p:nvPr/>
        </p:nvSpPr>
        <p:spPr>
          <a:xfrm>
            <a:off x="508923" y="3780876"/>
            <a:ext cx="2053883" cy="2532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1FF4DE81-C85D-4292-90BD-6FD304D7397E}"/>
              </a:ext>
            </a:extLst>
          </p:cNvPr>
          <p:cNvCxnSpPr>
            <a:cxnSpLocks/>
          </p:cNvCxnSpPr>
          <p:nvPr/>
        </p:nvCxnSpPr>
        <p:spPr>
          <a:xfrm>
            <a:off x="2568402" y="3797040"/>
            <a:ext cx="2340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Rounded Rectangle 20">
            <a:hlinkClick r:id="" action="ppaction://noaction"/>
            <a:extLst>
              <a:ext uri="{FF2B5EF4-FFF2-40B4-BE49-F238E27FC236}">
                <a16:creationId xmlns:a16="http://schemas.microsoft.com/office/drawing/2014/main" id="{EB189410-DAE4-4BA9-972C-7D61576510D6}"/>
              </a:ext>
            </a:extLst>
          </p:cNvPr>
          <p:cNvSpPr/>
          <p:nvPr/>
        </p:nvSpPr>
        <p:spPr>
          <a:xfrm>
            <a:off x="9739280" y="-14472"/>
            <a:ext cx="2452720" cy="529777"/>
          </a:xfrm>
          <a:custGeom>
            <a:avLst/>
            <a:gdLst>
              <a:gd name="connsiteX0" fmla="*/ 0 w 2788920"/>
              <a:gd name="connsiteY0" fmla="*/ 58237 h 628838"/>
              <a:gd name="connsiteX1" fmla="*/ 58237 w 2788920"/>
              <a:gd name="connsiteY1" fmla="*/ 0 h 628838"/>
              <a:gd name="connsiteX2" fmla="*/ 2730683 w 2788920"/>
              <a:gd name="connsiteY2" fmla="*/ 0 h 628838"/>
              <a:gd name="connsiteX3" fmla="*/ 2788920 w 2788920"/>
              <a:gd name="connsiteY3" fmla="*/ 58237 h 628838"/>
              <a:gd name="connsiteX4" fmla="*/ 2788920 w 2788920"/>
              <a:gd name="connsiteY4" fmla="*/ 570601 h 628838"/>
              <a:gd name="connsiteX5" fmla="*/ 2730683 w 2788920"/>
              <a:gd name="connsiteY5" fmla="*/ 628838 h 628838"/>
              <a:gd name="connsiteX6" fmla="*/ 58237 w 2788920"/>
              <a:gd name="connsiteY6" fmla="*/ 628838 h 628838"/>
              <a:gd name="connsiteX7" fmla="*/ 0 w 2788920"/>
              <a:gd name="connsiteY7" fmla="*/ 570601 h 628838"/>
              <a:gd name="connsiteX8" fmla="*/ 0 w 2788920"/>
              <a:gd name="connsiteY8" fmla="*/ 58237 h 628838"/>
              <a:gd name="connsiteX0" fmla="*/ 0 w 2788920"/>
              <a:gd name="connsiteY0" fmla="*/ 58237 h 628838"/>
              <a:gd name="connsiteX1" fmla="*/ 58237 w 2788920"/>
              <a:gd name="connsiteY1" fmla="*/ 0 h 628838"/>
              <a:gd name="connsiteX2" fmla="*/ 2730683 w 2788920"/>
              <a:gd name="connsiteY2" fmla="*/ 0 h 628838"/>
              <a:gd name="connsiteX3" fmla="*/ 2788920 w 2788920"/>
              <a:gd name="connsiteY3" fmla="*/ 58237 h 628838"/>
              <a:gd name="connsiteX4" fmla="*/ 2788920 w 2788920"/>
              <a:gd name="connsiteY4" fmla="*/ 570601 h 628838"/>
              <a:gd name="connsiteX5" fmla="*/ 2730683 w 2788920"/>
              <a:gd name="connsiteY5" fmla="*/ 628838 h 628838"/>
              <a:gd name="connsiteX6" fmla="*/ 382087 w 2788920"/>
              <a:gd name="connsiteY6" fmla="*/ 327213 h 628838"/>
              <a:gd name="connsiteX7" fmla="*/ 0 w 2788920"/>
              <a:gd name="connsiteY7" fmla="*/ 570601 h 628838"/>
              <a:gd name="connsiteX8" fmla="*/ 0 w 2788920"/>
              <a:gd name="connsiteY8" fmla="*/ 58237 h 628838"/>
              <a:gd name="connsiteX0" fmla="*/ 0 w 2788920"/>
              <a:gd name="connsiteY0" fmla="*/ 58237 h 628838"/>
              <a:gd name="connsiteX1" fmla="*/ 58237 w 2788920"/>
              <a:gd name="connsiteY1" fmla="*/ 0 h 628838"/>
              <a:gd name="connsiteX2" fmla="*/ 2730683 w 2788920"/>
              <a:gd name="connsiteY2" fmla="*/ 0 h 628838"/>
              <a:gd name="connsiteX3" fmla="*/ 2788920 w 2788920"/>
              <a:gd name="connsiteY3" fmla="*/ 58237 h 628838"/>
              <a:gd name="connsiteX4" fmla="*/ 2788920 w 2788920"/>
              <a:gd name="connsiteY4" fmla="*/ 570601 h 628838"/>
              <a:gd name="connsiteX5" fmla="*/ 2730683 w 2788920"/>
              <a:gd name="connsiteY5" fmla="*/ 628838 h 628838"/>
              <a:gd name="connsiteX6" fmla="*/ 420187 w 2788920"/>
              <a:gd name="connsiteY6" fmla="*/ 514538 h 628838"/>
              <a:gd name="connsiteX7" fmla="*/ 0 w 2788920"/>
              <a:gd name="connsiteY7" fmla="*/ 570601 h 628838"/>
              <a:gd name="connsiteX8" fmla="*/ 0 w 2788920"/>
              <a:gd name="connsiteY8" fmla="*/ 58237 h 628838"/>
              <a:gd name="connsiteX0" fmla="*/ 0 w 2788920"/>
              <a:gd name="connsiteY0" fmla="*/ 58237 h 635867"/>
              <a:gd name="connsiteX1" fmla="*/ 58237 w 2788920"/>
              <a:gd name="connsiteY1" fmla="*/ 0 h 635867"/>
              <a:gd name="connsiteX2" fmla="*/ 2730683 w 2788920"/>
              <a:gd name="connsiteY2" fmla="*/ 0 h 635867"/>
              <a:gd name="connsiteX3" fmla="*/ 2788920 w 2788920"/>
              <a:gd name="connsiteY3" fmla="*/ 58237 h 635867"/>
              <a:gd name="connsiteX4" fmla="*/ 2788920 w 2788920"/>
              <a:gd name="connsiteY4" fmla="*/ 570601 h 635867"/>
              <a:gd name="connsiteX5" fmla="*/ 2730683 w 2788920"/>
              <a:gd name="connsiteY5" fmla="*/ 628838 h 635867"/>
              <a:gd name="connsiteX6" fmla="*/ 0 w 2788920"/>
              <a:gd name="connsiteY6" fmla="*/ 570601 h 635867"/>
              <a:gd name="connsiteX7" fmla="*/ 0 w 2788920"/>
              <a:gd name="connsiteY7" fmla="*/ 58237 h 635867"/>
              <a:gd name="connsiteX0" fmla="*/ 0 w 2788920"/>
              <a:gd name="connsiteY0" fmla="*/ 58237 h 634646"/>
              <a:gd name="connsiteX1" fmla="*/ 58237 w 2788920"/>
              <a:gd name="connsiteY1" fmla="*/ 0 h 634646"/>
              <a:gd name="connsiteX2" fmla="*/ 2730683 w 2788920"/>
              <a:gd name="connsiteY2" fmla="*/ 0 h 634646"/>
              <a:gd name="connsiteX3" fmla="*/ 2788920 w 2788920"/>
              <a:gd name="connsiteY3" fmla="*/ 58237 h 634646"/>
              <a:gd name="connsiteX4" fmla="*/ 2788920 w 2788920"/>
              <a:gd name="connsiteY4" fmla="*/ 570601 h 634646"/>
              <a:gd name="connsiteX5" fmla="*/ 0 w 2788920"/>
              <a:gd name="connsiteY5" fmla="*/ 570601 h 634646"/>
              <a:gd name="connsiteX6" fmla="*/ 0 w 2788920"/>
              <a:gd name="connsiteY6" fmla="*/ 58237 h 634646"/>
              <a:gd name="connsiteX0" fmla="*/ 0 w 2788920"/>
              <a:gd name="connsiteY0" fmla="*/ 58237 h 609927"/>
              <a:gd name="connsiteX1" fmla="*/ 58237 w 2788920"/>
              <a:gd name="connsiteY1" fmla="*/ 0 h 609927"/>
              <a:gd name="connsiteX2" fmla="*/ 2730683 w 2788920"/>
              <a:gd name="connsiteY2" fmla="*/ 0 h 609927"/>
              <a:gd name="connsiteX3" fmla="*/ 2788920 w 2788920"/>
              <a:gd name="connsiteY3" fmla="*/ 58237 h 609927"/>
              <a:gd name="connsiteX4" fmla="*/ 2788920 w 2788920"/>
              <a:gd name="connsiteY4" fmla="*/ 570601 h 609927"/>
              <a:gd name="connsiteX5" fmla="*/ 0 w 2788920"/>
              <a:gd name="connsiteY5" fmla="*/ 570601 h 609927"/>
              <a:gd name="connsiteX6" fmla="*/ 0 w 2788920"/>
              <a:gd name="connsiteY6" fmla="*/ 58237 h 609927"/>
              <a:gd name="connsiteX0" fmla="*/ 0 w 2788920"/>
              <a:gd name="connsiteY0" fmla="*/ 58237 h 574025"/>
              <a:gd name="connsiteX1" fmla="*/ 58237 w 2788920"/>
              <a:gd name="connsiteY1" fmla="*/ 0 h 574025"/>
              <a:gd name="connsiteX2" fmla="*/ 2730683 w 2788920"/>
              <a:gd name="connsiteY2" fmla="*/ 0 h 574025"/>
              <a:gd name="connsiteX3" fmla="*/ 2788920 w 2788920"/>
              <a:gd name="connsiteY3" fmla="*/ 58237 h 574025"/>
              <a:gd name="connsiteX4" fmla="*/ 2788920 w 2788920"/>
              <a:gd name="connsiteY4" fmla="*/ 570601 h 574025"/>
              <a:gd name="connsiteX5" fmla="*/ 0 w 2788920"/>
              <a:gd name="connsiteY5" fmla="*/ 570601 h 574025"/>
              <a:gd name="connsiteX6" fmla="*/ 0 w 2788920"/>
              <a:gd name="connsiteY6" fmla="*/ 58237 h 574025"/>
              <a:gd name="connsiteX0" fmla="*/ 0 w 2788920"/>
              <a:gd name="connsiteY0" fmla="*/ 58237 h 572271"/>
              <a:gd name="connsiteX1" fmla="*/ 58237 w 2788920"/>
              <a:gd name="connsiteY1" fmla="*/ 0 h 572271"/>
              <a:gd name="connsiteX2" fmla="*/ 2730683 w 2788920"/>
              <a:gd name="connsiteY2" fmla="*/ 0 h 572271"/>
              <a:gd name="connsiteX3" fmla="*/ 2788920 w 2788920"/>
              <a:gd name="connsiteY3" fmla="*/ 58237 h 572271"/>
              <a:gd name="connsiteX4" fmla="*/ 2788920 w 2788920"/>
              <a:gd name="connsiteY4" fmla="*/ 570601 h 572271"/>
              <a:gd name="connsiteX5" fmla="*/ 0 w 2788920"/>
              <a:gd name="connsiteY5" fmla="*/ 570601 h 572271"/>
              <a:gd name="connsiteX6" fmla="*/ 0 w 2788920"/>
              <a:gd name="connsiteY6" fmla="*/ 58237 h 572271"/>
              <a:gd name="connsiteX0" fmla="*/ 0 w 2788920"/>
              <a:gd name="connsiteY0" fmla="*/ 58237 h 572647"/>
              <a:gd name="connsiteX1" fmla="*/ 58237 w 2788920"/>
              <a:gd name="connsiteY1" fmla="*/ 0 h 572647"/>
              <a:gd name="connsiteX2" fmla="*/ 2730683 w 2788920"/>
              <a:gd name="connsiteY2" fmla="*/ 0 h 572647"/>
              <a:gd name="connsiteX3" fmla="*/ 2788920 w 2788920"/>
              <a:gd name="connsiteY3" fmla="*/ 58237 h 572647"/>
              <a:gd name="connsiteX4" fmla="*/ 2788920 w 2788920"/>
              <a:gd name="connsiteY4" fmla="*/ 570601 h 572647"/>
              <a:gd name="connsiteX5" fmla="*/ 0 w 2788920"/>
              <a:gd name="connsiteY5" fmla="*/ 570601 h 572647"/>
              <a:gd name="connsiteX6" fmla="*/ 0 w 2788920"/>
              <a:gd name="connsiteY6" fmla="*/ 58237 h 572647"/>
              <a:gd name="connsiteX0" fmla="*/ 0 w 2788920"/>
              <a:gd name="connsiteY0" fmla="*/ 58237 h 570601"/>
              <a:gd name="connsiteX1" fmla="*/ 58237 w 2788920"/>
              <a:gd name="connsiteY1" fmla="*/ 0 h 570601"/>
              <a:gd name="connsiteX2" fmla="*/ 2730683 w 2788920"/>
              <a:gd name="connsiteY2" fmla="*/ 0 h 570601"/>
              <a:gd name="connsiteX3" fmla="*/ 2788920 w 2788920"/>
              <a:gd name="connsiteY3" fmla="*/ 58237 h 570601"/>
              <a:gd name="connsiteX4" fmla="*/ 2788920 w 2788920"/>
              <a:gd name="connsiteY4" fmla="*/ 570601 h 570601"/>
              <a:gd name="connsiteX5" fmla="*/ 0 w 2788920"/>
              <a:gd name="connsiteY5" fmla="*/ 570601 h 570601"/>
              <a:gd name="connsiteX6" fmla="*/ 0 w 2788920"/>
              <a:gd name="connsiteY6" fmla="*/ 58237 h 570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88920" h="570601">
                <a:moveTo>
                  <a:pt x="0" y="58237"/>
                </a:moveTo>
                <a:cubicBezTo>
                  <a:pt x="0" y="26074"/>
                  <a:pt x="26074" y="0"/>
                  <a:pt x="58237" y="0"/>
                </a:cubicBezTo>
                <a:lnTo>
                  <a:pt x="2730683" y="0"/>
                </a:lnTo>
                <a:cubicBezTo>
                  <a:pt x="2762846" y="0"/>
                  <a:pt x="2788920" y="26074"/>
                  <a:pt x="2788920" y="58237"/>
                </a:cubicBezTo>
                <a:lnTo>
                  <a:pt x="2788920" y="570601"/>
                </a:lnTo>
                <a:cubicBezTo>
                  <a:pt x="6350" y="570270"/>
                  <a:pt x="2788920" y="567095"/>
                  <a:pt x="0" y="570601"/>
                </a:cubicBezTo>
                <a:lnTo>
                  <a:pt x="0" y="58237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Pagamento NOK</a:t>
            </a:r>
            <a:endParaRPr lang="x-none" sz="2000" dirty="0"/>
          </a:p>
        </p:txBody>
      </p:sp>
    </p:spTree>
    <p:extLst>
      <p:ext uri="{BB962C8B-B14F-4D97-AF65-F5344CB8AC3E}">
        <p14:creationId xmlns:p14="http://schemas.microsoft.com/office/powerpoint/2010/main" val="42392545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Daniela Rodrigues Viana</dc:creator>
  <cp:lastModifiedBy>Daniela Rodrigues Viana</cp:lastModifiedBy>
  <cp:revision>5</cp:revision>
  <dcterms:created xsi:type="dcterms:W3CDTF">2021-12-30T15:17:18Z</dcterms:created>
  <dcterms:modified xsi:type="dcterms:W3CDTF">2022-01-12T12:17:46Z</dcterms:modified>
</cp:coreProperties>
</file>